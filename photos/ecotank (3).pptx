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7" r:id="rId3"/>
    <p:sldId id="268" r:id="rId4"/>
    <p:sldId id="269" r:id="rId5"/>
    <p:sldId id="270" r:id="rId6"/>
    <p:sldId id="271" r:id="rId7"/>
    <p:sldId id="27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472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858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905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3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159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46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696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56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184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497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632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307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576">
          <p15:clr>
            <a:srgbClr val="F26B43"/>
          </p15:clr>
        </p15:guide>
        <p15:guide id="10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3" name="Picture 2" descr="Light bulb on green grass">
            <a:extLst>
              <a:ext uri="{FF2B5EF4-FFF2-40B4-BE49-F238E27FC236}">
                <a16:creationId xmlns:a16="http://schemas.microsoft.com/office/drawing/2014/main" id="{C67864D7-9CB1-DE28-8AA3-CCBAABC4F1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99" r="9085" b="13029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268186" y="630662"/>
            <a:ext cx="7612432" cy="5149416"/>
          </a:xfrm>
        </p:spPr>
        <p:txBody>
          <a:bodyPr anchor="t">
            <a:normAutofit fontScale="90000"/>
          </a:bodyPr>
          <a:lstStyle/>
          <a:p>
            <a:r>
              <a:rPr lang="en-GB" sz="8000" i="1" dirty="0" err="1">
                <a:solidFill>
                  <a:srgbClr val="FFFFFF"/>
                </a:solidFill>
              </a:rPr>
              <a:t>Ecotank</a:t>
            </a:r>
            <a:br>
              <a:rPr lang="en-GB" sz="8000" i="1" dirty="0">
                <a:solidFill>
                  <a:srgbClr val="FFFFFF"/>
                </a:solidFill>
              </a:rPr>
            </a:br>
            <a:br>
              <a:rPr lang="en-GB" sz="8000" i="1" dirty="0">
                <a:solidFill>
                  <a:srgbClr val="FFFFFF"/>
                </a:solidFill>
              </a:rPr>
            </a:br>
            <a:br>
              <a:rPr lang="en-GB" sz="8000" i="1" dirty="0">
                <a:solidFill>
                  <a:srgbClr val="FFFFFF"/>
                </a:solidFill>
              </a:rPr>
            </a:br>
            <a:br>
              <a:rPr lang="en-GB" sz="8000" i="1" dirty="0">
                <a:solidFill>
                  <a:srgbClr val="FFFFFF"/>
                </a:solidFill>
              </a:rPr>
            </a:br>
            <a:r>
              <a:rPr lang="en-GB" sz="2800" i="1" dirty="0" err="1">
                <a:solidFill>
                  <a:srgbClr val="FFFFFF"/>
                </a:solidFill>
              </a:rPr>
              <a:t>omkar</a:t>
            </a:r>
            <a:r>
              <a:rPr lang="en-GB" sz="2800" i="1" dirty="0">
                <a:solidFill>
                  <a:srgbClr val="FFFFFF"/>
                </a:solidFill>
              </a:rPr>
              <a:t> </a:t>
            </a:r>
            <a:r>
              <a:rPr lang="en-GB" sz="2800" i="1" dirty="0" err="1">
                <a:solidFill>
                  <a:srgbClr val="FFFFFF"/>
                </a:solidFill>
              </a:rPr>
              <a:t>hadawale</a:t>
            </a:r>
            <a:br>
              <a:rPr lang="en-GB" sz="2800" i="1" dirty="0">
                <a:solidFill>
                  <a:srgbClr val="FFFFFF"/>
                </a:solidFill>
              </a:rPr>
            </a:br>
            <a:r>
              <a:rPr lang="en-GB" sz="2800" i="1" dirty="0" err="1">
                <a:solidFill>
                  <a:srgbClr val="FFFFFF"/>
                </a:solidFill>
              </a:rPr>
              <a:t>sarang</a:t>
            </a:r>
            <a:r>
              <a:rPr lang="en-GB" sz="2800" i="1" dirty="0">
                <a:solidFill>
                  <a:srgbClr val="FFFFFF"/>
                </a:solidFill>
              </a:rPr>
              <a:t> </a:t>
            </a:r>
            <a:r>
              <a:rPr lang="en-GB" sz="2800" i="1" dirty="0" err="1">
                <a:solidFill>
                  <a:srgbClr val="FFFFFF"/>
                </a:solidFill>
              </a:rPr>
              <a:t>shinde</a:t>
            </a:r>
            <a:endParaRPr lang="en-GB" sz="2800" i="1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126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GB" dirty="0"/>
              <a:t>Introduction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r>
              <a:rPr lang="en-GB" dirty="0"/>
              <a:t>This project is made to raise important awareness about environmental concerns through enlightenment about carbon footprint individuals create..</a:t>
            </a:r>
          </a:p>
          <a:p>
            <a:r>
              <a:rPr lang="en-GB" dirty="0"/>
              <a:t>It also provides platform to give citizens continent ways contribution towards planting  trees.</a:t>
            </a:r>
          </a:p>
        </p:txBody>
      </p:sp>
      <p:pic>
        <p:nvPicPr>
          <p:cNvPr id="6" name="Picture 5" descr="Aqua and green fractal background like floral petal">
            <a:extLst>
              <a:ext uri="{FF2B5EF4-FFF2-40B4-BE49-F238E27FC236}">
                <a16:creationId xmlns:a16="http://schemas.microsoft.com/office/drawing/2014/main" id="{14783402-3E56-0272-C30D-60B96A6DE0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69" r="31733" b="4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60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en-GB" dirty="0"/>
              <a:t>The problem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B6CA7B-A02C-0AF4-B3A1-258BD207D7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354" y="1371600"/>
            <a:ext cx="4632114" cy="36639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  <a:reflection blurRad="6350" stA="50000" endA="300" endPos="55500" dist="508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1C164E-0B3C-5921-93B6-51B0BB928977}"/>
              </a:ext>
            </a:extLst>
          </p:cNvPr>
          <p:cNvSpPr txBox="1"/>
          <p:nvPr/>
        </p:nvSpPr>
        <p:spPr>
          <a:xfrm>
            <a:off x="5179233" y="2516966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F32E27-E06A-17B4-7EA5-157983F03376}"/>
              </a:ext>
            </a:extLst>
          </p:cNvPr>
          <p:cNvSpPr txBox="1"/>
          <p:nvPr/>
        </p:nvSpPr>
        <p:spPr>
          <a:xfrm>
            <a:off x="5496821" y="2223124"/>
            <a:ext cx="58497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/>
              <a:t>The problem of pollution is not only on physical level but it should be considered on social levels, the social awareness about pollution is must which can create big impact.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/>
              <a:t>The carbon emissions causes global warming , which affects many aspects of our life 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638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GB" dirty="0"/>
              <a:t>Intentions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746760" y="2162314"/>
            <a:ext cx="5852160" cy="366468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So the intentions of this project is to raise awareness but with scientific justification so the citizens of country can comprehend the individual impact of their carbon footprint on environment.</a:t>
            </a:r>
          </a:p>
          <a:p>
            <a:r>
              <a:rPr lang="en-GB" dirty="0"/>
              <a:t>This will also be way so social awareness as the carbon footprint of individual can be seen by other so , it can give status and purpose to reduce carbon emissions and can act as societal pressure.</a:t>
            </a:r>
          </a:p>
        </p:txBody>
      </p:sp>
      <p:pic>
        <p:nvPicPr>
          <p:cNvPr id="6" name="Picture 5" descr="Close-up of intersecting railway tracks">
            <a:extLst>
              <a:ext uri="{FF2B5EF4-FFF2-40B4-BE49-F238E27FC236}">
                <a16:creationId xmlns:a16="http://schemas.microsoft.com/office/drawing/2014/main" id="{CC8E4A0B-20EA-19BD-F080-C878AADB20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792" r="18070" b="-10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529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35103" y="1239078"/>
            <a:ext cx="5852160" cy="1097280"/>
          </a:xfrm>
        </p:spPr>
        <p:txBody>
          <a:bodyPr anchor="t">
            <a:normAutofit/>
          </a:bodyPr>
          <a:lstStyle/>
          <a:p>
            <a:r>
              <a:rPr lang="en-GB" dirty="0"/>
              <a:t>Invention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557254" y="2235671"/>
            <a:ext cx="5852160" cy="3664685"/>
          </a:xfrm>
        </p:spPr>
        <p:txBody>
          <a:bodyPr>
            <a:normAutofit/>
          </a:bodyPr>
          <a:lstStyle/>
          <a:p>
            <a:r>
              <a:rPr lang="en-GB" dirty="0"/>
              <a:t>This project will make people be able to calculate their carbon footprints so they can self reflect and try to minimize their carbon footprint.</a:t>
            </a:r>
          </a:p>
          <a:p>
            <a:r>
              <a:rPr lang="en-GB" dirty="0"/>
              <a:t>It also allows users to take initiatives towards tree plantation by simple interface to contribute environment by planting trees .</a:t>
            </a:r>
          </a:p>
        </p:txBody>
      </p:sp>
      <p:pic>
        <p:nvPicPr>
          <p:cNvPr id="6" name="Picture 5" descr="Inside view of a red umbrella">
            <a:extLst>
              <a:ext uri="{FF2B5EF4-FFF2-40B4-BE49-F238E27FC236}">
                <a16:creationId xmlns:a16="http://schemas.microsoft.com/office/drawing/2014/main" id="{A6BAB2EC-D42B-234E-A85D-1F62CE24F5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24" r="24775" b="-3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15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GB"/>
              <a:t>Methodology 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863758" y="2674100"/>
            <a:ext cx="10667251" cy="3623816"/>
          </a:xfrm>
        </p:spPr>
        <p:txBody>
          <a:bodyPr>
            <a:normAutofit/>
          </a:bodyPr>
          <a:lstStyle/>
          <a:p>
            <a:r>
              <a:rPr lang="en-GB" b="1" dirty="0"/>
              <a:t>We</a:t>
            </a:r>
            <a:r>
              <a:rPr lang="en-GB" dirty="0"/>
              <a:t> </a:t>
            </a:r>
            <a:r>
              <a:rPr lang="en-GB" b="1" dirty="0"/>
              <a:t>use world press containt management system to create this website.</a:t>
            </a:r>
          </a:p>
          <a:p>
            <a:r>
              <a:rPr lang="en-GB" b="1" dirty="0"/>
              <a:t>Also used HTML5 (to create heading sections </a:t>
            </a:r>
            <a:r>
              <a:rPr lang="en-GB" b="1" dirty="0" err="1"/>
              <a:t>menu’s,carbon</a:t>
            </a:r>
            <a:r>
              <a:rPr lang="en-GB" b="1" dirty="0"/>
              <a:t> footprint calculator and tress plantation interface.)</a:t>
            </a:r>
          </a:p>
          <a:p>
            <a:r>
              <a:rPr lang="en-GB" b="1" dirty="0"/>
              <a:t>CSS 3 (Cascadian style sheet) to design and style layout.</a:t>
            </a:r>
          </a:p>
          <a:p>
            <a:r>
              <a:rPr lang="en-GB" b="1" dirty="0" err="1"/>
              <a:t>Php</a:t>
            </a:r>
            <a:r>
              <a:rPr lang="en-GB" b="1" dirty="0"/>
              <a:t> (hypertext </a:t>
            </a:r>
            <a:r>
              <a:rPr lang="en-GB" b="1" dirty="0" err="1"/>
              <a:t>preprocessor</a:t>
            </a:r>
            <a:r>
              <a:rPr lang="en-GB" b="1" dirty="0"/>
              <a:t>)</a:t>
            </a:r>
          </a:p>
          <a:p>
            <a:r>
              <a:rPr lang="en-GB" b="1" dirty="0"/>
              <a:t>XAMPP and </a:t>
            </a:r>
            <a:r>
              <a:rPr lang="en-GB" b="1"/>
              <a:t>Apache servers.</a:t>
            </a:r>
          </a:p>
          <a:p>
            <a:endParaRPr lang="en-GB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857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GB"/>
              <a:t>Thanks you </a:t>
            </a:r>
          </a:p>
        </p:txBody>
      </p:sp>
      <p:pic>
        <p:nvPicPr>
          <p:cNvPr id="8" name="Graphic 7" descr="Smiling Face with No Fill">
            <a:extLst>
              <a:ext uri="{FF2B5EF4-FFF2-40B4-BE49-F238E27FC236}">
                <a16:creationId xmlns:a16="http://schemas.microsoft.com/office/drawing/2014/main" id="{7BDA0953-75AF-30B7-907E-83FC23191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2256287"/>
            <a:ext cx="3760459" cy="3760459"/>
          </a:xfrm>
          <a:prstGeom prst="rect">
            <a:avLst/>
          </a:prstGeom>
        </p:spPr>
      </p:pic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endParaRPr lang="en-GB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19413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DashVTI</vt:lpstr>
      <vt:lpstr>Ecotank    omkar hadawale sarang shinde</vt:lpstr>
      <vt:lpstr>Introduction </vt:lpstr>
      <vt:lpstr>The problem </vt:lpstr>
      <vt:lpstr>Intentions </vt:lpstr>
      <vt:lpstr>Invention </vt:lpstr>
      <vt:lpstr>Methodology </vt:lpstr>
      <vt:lpstr>Thanks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 </dc:title>
  <dc:creator>919545315320</dc:creator>
  <cp:lastModifiedBy>919545315320</cp:lastModifiedBy>
  <cp:revision>10</cp:revision>
  <dcterms:created xsi:type="dcterms:W3CDTF">2025-09-12T03:38:14Z</dcterms:created>
  <dcterms:modified xsi:type="dcterms:W3CDTF">2025-09-13T05:04:51Z</dcterms:modified>
</cp:coreProperties>
</file>